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2E7D52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377440" cy="2377440"/>
          </a:xfrm>
          <a:prstGeom prst="ellipse">
            <a:avLst/>
          </a:prstGeom>
          <a:solidFill>
            <a:srgbClr val="4CAF7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2E7D5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VIETBIZ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DIỆN DOANH NGHIỆP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3127248"/>
            <a:ext cx="347472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C"/>
                </a:solidFill>
              </a:rPr>
              <a:t>Tối ưu vận hành · Tăng trưởng bền vững · Dẫn đầu công nghệ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A8A"/>
                </a:solidFill>
              </a:rPr>
              <a:t>www.vietbiz.vn  |  Bản quyền thuộc Vietbiz ©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Tổng quan Chuyển đổi số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Xu hướng &amp; cơ hội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Nhân sự – HRM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Lương thưởng, chấm công, BHXH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Kế toán tài chính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Báo cáo, tổng hợp, thuế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Tài sản – Assets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TSCĐ, công cụ dụng cụ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34056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CRM – Quan hệ Khách hàng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Chăm sóc, cơ hội bán hàng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34056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Bán hàng &amp; POS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Sales, điểm bán lẻ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83864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Kho – Stock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Nhập xuất, kiểm kê, tồn kho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483864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Sản xuất – Manufacturing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Lệnh SX, BOM, kiểm soát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233672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Thương mại điện tử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4462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Website, đơn hàng online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233672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Chất lượng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462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E62"/>
                </a:solidFill>
              </a:rPr>
              <a:t>QC, ISO, không phù hợp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CHUYỂN ĐỔI SỐ?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52"/>
                </a:solidFill>
              </a:rPr>
              <a:t>73%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Doanh nghiệp VN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cần số hóa trong 3 năm tới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52"/>
                </a:solidFill>
              </a:rPr>
              <a:t>3.2×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23160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Tăng trưởng doanh thu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sau chuyển đổi số thành công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0288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52"/>
                </a:solidFill>
              </a:rPr>
              <a:t>45%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90288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Tiết kiệm chi phí vận hành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khi ứng dụng phần mềm tích hợp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57416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D52"/>
                </a:solidFill>
              </a:rPr>
              <a:t>2x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57416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Tốc độ ra quyết định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nhờ dữ liệu thời gian thực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27249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5C38"/>
                </a:solidFill>
              </a:rPr>
              <a:t>THÁCH THỨC DOANH NGHIỆP ĐANG ĐỐI MẶT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3063240"/>
            <a:ext cx="2743200" cy="15087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Dữ liệu rời rạc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4564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Thông tin phân tán ở nhiều hệ thống, thiếu đồng nhất, khó truy xuất và báo cáo.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82112" y="3063240"/>
            <a:ext cx="2743200" cy="15087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Xử lý thủ công chậm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9272" y="34564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Quy trình nghiệp vụ phụ thuộc vào con người, dễ sai sót và tốn nhiều nhân lực.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08192" y="3063240"/>
            <a:ext cx="2743200" cy="15087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Thiếu tầm nhìn kinh doanh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45352" y="34564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Lãnh đạo không có dữ liệu tức thời để đưa ra quyết định chính xác và kịp thời.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QUẢN LÝ NHÂN SỰ &amp; TIỀN LƯƠNG – HRM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Tính năng chính: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Hồ sơ nhân sự điện tử – quản lý toàn bộ thông tin CBNV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Chấm công tự động: máy vân tay, app mobile, khuôn mặt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Tính lương tự động: lương cơ bản, OT, phụ cấp, KPI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BHXH, BHYT, thuế TNCN tự động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phép năm, nghỉ lễ, đơn từ online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Quy trình tuyển dụng &amp; onboarding số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Đánh giá hiệu suất KPI / OKR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cáo nhân sự, biến động, chi phí nhân công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32120" y="1097280"/>
            <a:ext cx="3383280" cy="109728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1188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70%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Tiết kiệm thời gian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6D8"/>
                </a:solidFill>
              </a:rPr>
              <a:t>giảm tác vụ tính lương thủ công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359152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24505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52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Chính xác 99.9%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sai sót nhờ tự động hóa hoàn toàn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3621024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23560" y="371246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52"/>
                </a:solidFill>
              </a:rPr>
              <a:t>24/7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3712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Truy cập mọi lúc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qua app mobile iOS &amp; Android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KẾ TOÁN TÀI CHÍNH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3167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Kế toán tổng hợp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Bút toán, sổ cái, kết chuyển tự động cuối kỳ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155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3167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Công nợ phải thu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0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Theo dõi công nợ KH, nhắc nợ, đối chiếu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1155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3167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Công nợ phải trả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nhà cung cấp, thanh toán, chiết khấu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9443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31455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Ngân quỹ &amp; Ngân hàng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Thu chi tiền mặt, liên kết ngân hàng, đối chiếu sao kê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443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31455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Báo cáo tài chính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0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B01, B02, B03, B04 tự động theo TT133/TT200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29443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1455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84848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Kê khai thuế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VAT, TNCN, TNDN – kết nối HTKK, VNPT-Invoice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QUẢN LÝ TÀI SẢN &amp; CÔNG CỤ DỤNG CỤ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4160520" cy="45720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TÀI SẢN CỐ ĐỊNH (TSCĐ)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Đăng ký, theo dõi vòng đời tài sản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Tính khấu hao tự động (đường thẳng, số dư giảm dần)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vị trí, bộ phận sử dụng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Lịch sử bảo trì, sửa chữa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Kiểm kê định kỳ có hỗ trợ QR code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Thanh lý, điều chuyển tài sản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4160520" cy="4572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CÔNG CỤ DỤNG CỤ (CCDC)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62763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Cấp phát, thu hồi công cụ dụng cụ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Phân bổ chi phí công cụ theo bộ phận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Cảnh báo công cụ hết hạn sử dụng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cáo tồn kho công cụ theo kho/phòng ban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Tích hợp với kế toán để hạch toán tự động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Quét mã vạch khi xuất/nhập công cụ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CRM – QUẢN LÝ QUAN HỆ KHÁCH HÀNG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645920" cy="530352"/>
          </a:xfrm>
          <a:prstGeom prst="rect">
            <a:avLst/>
          </a:prstGeom>
          <a:solidFill>
            <a:srgbClr val="E8F5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0195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C38"/>
                </a:solidFill>
              </a:rPr>
              <a:t>Tiếp cận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1097280"/>
            <a:ext cx="1645920" cy="530352"/>
          </a:xfrm>
          <a:prstGeom prst="rect">
            <a:avLst/>
          </a:prstGeom>
          <a:solidFill>
            <a:srgbClr val="D4ED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C38"/>
                </a:solidFill>
              </a:rPr>
              <a:t>Tìm hiểu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1097280"/>
            <a:ext cx="1645920" cy="530352"/>
          </a:xfrm>
          <a:prstGeom prst="rect">
            <a:avLst/>
          </a:prstGeom>
          <a:solidFill>
            <a:srgbClr val="B8DF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7667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C38"/>
                </a:solidFill>
              </a:rPr>
              <a:t>Báo giá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1097280"/>
            <a:ext cx="1645920" cy="530352"/>
          </a:xfrm>
          <a:prstGeom prst="rect">
            <a:avLst/>
          </a:prstGeom>
          <a:solidFill>
            <a:srgbClr val="9CC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C38"/>
                </a:solidFill>
              </a:rPr>
              <a:t>Đàm phán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1097280"/>
            <a:ext cx="1645920" cy="5303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Chốt deal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82880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Quản lý hồ sơ khách hàng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" y="22860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Thông tin KH tập trung, lịch sử giao dịch, phân loại KH theo nhóm/tiềm năng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82880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Cơ hội bán hàng (Pipeline)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73752" y="22860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Theo dõi cơ hội theo từng giai đoạn, phân công nhân viên, dự báo doanh thu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3756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33756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Chăm sóc &amp; hậu mãi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0624" y="3794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Lịch nhắc nhở, email/SMS tự động, theo dõi hài lòng KH, khiếu nại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3756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33756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Báo cáo &amp; Phân tích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73752" y="3794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Dashboard trực quan, tỷ lệ chuyển đổi, hiệu suất sales, dự báo doanh số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QUẢN LÝ BÁN HÀNG &amp; ĐIỂM BÁN LẺ (POS)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4206240" cy="43891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QUẢN LÝ BÁN HÀNG (SALES)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4005072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giá, đơn đặt hàng, hợp đồng bán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Xuất hóa đơn GTGT điện tử (e-Invoice)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Theo dõi công nợ khách hàng theo đơn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Chính sách giá, chiết khấu, khuyến mãi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hoa hồng &amp; doanh số nhân viên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cáo bán hàng theo kênh/SP/KH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1728" y="107899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078992"/>
            <a:ext cx="4206240" cy="43891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78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ĐIỂM BÁN LẺ (POS)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3168" y="1572768"/>
            <a:ext cx="4005072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Giao diện bán hàng nhanh trên tablet/PC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Quét mã vạch, hỗ trợ đa điểm bán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Thanh toán đa phương thức: tiền mặt, QR, thẻ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ca làm việc, két tiền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In hóa đơn nhiệt tại quầy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Đồng bộ tồn kho thời gian thực với kho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QUẢN LÝ KHO – STOCK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7889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Nhập – Xuất kho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Phiếu nhập/xuất kho điện tử, phê duyệt online, lịch sử giao dịch đầy đủ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15568"/>
            <a:ext cx="27889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Quản lý đa kho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Nhiều kho, nhiều vị trí; chuyển kho nội bộ; theo dõi tồn theo từng kho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4768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115568"/>
            <a:ext cx="27889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kê &amp; điều chỉnh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928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Kiểm kê định kỳ, hỗ trợ thiết bị di động, tự động điều chỉnh chênh lệch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44368"/>
            <a:ext cx="27889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Mã vạch / QR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hàng hóa bằng barcode, QR; in tem nhãn; quét khi nhập/xuất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44368"/>
            <a:ext cx="27889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Cảnh báo tồn kho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Cảnh báo hết hàng, tồn kho tối thiểu/tối đa, cảnh báo hàng sắp hết hạn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2944368"/>
            <a:ext cx="27889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Báo cáo kho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81928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Tồn kho tức thời, xuất nhập tồn, nhập/xuất theo nhà CC, theo sản phẩm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QUẢN LÝ SẢN XUẤT – MANUFACTURING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8"/>
                </a:solidFill>
              </a:rPr>
              <a:t>Kế hoạch SX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8"/>
                </a:solidFill>
              </a:rPr>
              <a:t>Lệnh SX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84448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7328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8"/>
                </a:solidFill>
              </a:rPr>
              <a:t>Định mức BOM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0096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8"/>
                </a:solidFill>
              </a:rPr>
              <a:t>Theo dõi WIP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95744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78624" y="1097280"/>
            <a:ext cx="1572768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A8D5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Nhập kho TP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82880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Định mức sản xuất (BOM)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cấu trúc sản phẩm đa cấp, tính nguyên vật liệu tự động, kiểm soát tỷ lệ hao hụt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82880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Lệnh sản xuất (Work Order)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Tạo và theo dõi lệnh SX, phân công ca làm việc, cập nhật tiến độ theo thời gian thực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8328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38328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soát WIP &amp; NVL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8912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Theo dõi nguyên vật liệu trong quá trình SX, cảnh báo thiếu hụt, tối ưu dự trữ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38328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Phân tích hiệu suất SX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OEE (hiệu suất thiết bị tổng thể), chi phí SX, năng suất theo ca/dây chuyền/nhà máy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TRANG THƯƠNG MẠI ĐIỆN TỬ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97280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Website bán hàng chuyên nghiệp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3"/>
                </a:solidFill>
              </a:rPr>
              <a:t>Thiết kế theo thương hiệu, chuẩn SEO, responsive mobile, tốc độ cao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869948"/>
            <a:ext cx="5074920" cy="704088"/>
          </a:xfrm>
          <a:prstGeom prst="rect">
            <a:avLst/>
          </a:prstGeom>
          <a:solidFill>
            <a:srgbClr val="E8F5EE"/>
          </a:solidFill>
          <a:ln w="12700">
            <a:solidFill>
              <a:srgbClr val="D4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869948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43100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Quản lý sản phẩm &amp; danh mục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1991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3"/>
                </a:solidFill>
              </a:rPr>
              <a:t>Nhiều biến thể (màu/size), ảnh đa chiều, mô tả SEO, giá riêng theo nhóm KH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642616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642616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1576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Xử lý đơn hàng online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9718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3"/>
                </a:solidFill>
              </a:rPr>
              <a:t>Nhận đơn tự động, thông báo KH, tích hợp vận chuyển (GHN, GHTK, Viettel Post)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415284"/>
            <a:ext cx="5074920" cy="704088"/>
          </a:xfrm>
          <a:prstGeom prst="rect">
            <a:avLst/>
          </a:prstGeom>
          <a:solidFill>
            <a:srgbClr val="E8F5EE"/>
          </a:solidFill>
          <a:ln w="12700">
            <a:solidFill>
              <a:srgbClr val="D4E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415284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88436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Thanh toán đa kênh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7444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3"/>
                </a:solidFill>
              </a:rPr>
              <a:t>VNPAY, Momo, ZaloPay, COD, chuyển khoản – đối soát tự động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187952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4187952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61104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Tích hợp sàn TMĐT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51713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23"/>
                </a:solidFill>
              </a:rPr>
              <a:t>Lazada, Shopee, Tiki – đồng bộ sản phẩm, đơn hàng, tồn kho tự động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097280"/>
            <a:ext cx="3337560" cy="3675888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188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TẠI SAO CẦN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TMĐT?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0" y="1938528"/>
            <a:ext cx="315468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98424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70%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601968" y="20299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Người tiêu dùng VN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mua hàng online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2898648"/>
            <a:ext cx="315468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9443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25%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601968" y="29900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Tăng trưởng TMĐT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mỗi năm tại VN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858768"/>
            <a:ext cx="315468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9044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3×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01968" y="39502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Mở rộng thị trường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không giới hạn địa lý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|  QUẢN LÝ CHẤT LƯỢNG – QMS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926080" cy="2926080"/>
          </a:xfrm>
          <a:prstGeom prst="ellipse">
            <a:avLst/>
          </a:prstGeom>
          <a:solidFill>
            <a:srgbClr val="E8F5EE"/>
          </a:solidFill>
          <a:ln w="25400">
            <a:solidFill>
              <a:srgbClr val="A8D5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848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</a:rPr>
              <a:t>VÒNG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</a:rPr>
              <a:t>PDCA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C38"/>
                </a:solidFill>
              </a:rPr>
              <a:t>CHẤT LƯỢNG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987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PLAN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Lập kế hoạch chất lượng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175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DO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Thực hiện kiểm soát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Kiểm tra, đo lường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-9144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ACT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E7D52"/>
                </a:solidFill>
              </a:rPr>
              <a:t>Cải tiến liên tục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09728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109728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188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soát tài liệu ISO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444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tài liệu, phiên bản, phê duyệt theo quy trình ISO 9001:2015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205740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47872" y="205740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1488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Phiếu không phù hợp (NCR)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03320" y="24048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Ghi nhận sự không phù hợp, phân tích nguyên nhân, hành động khắc phục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7872" y="301752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47872" y="301752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1089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tra chất lượng (QC)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3320" y="3364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Lập kế hoạch kiểm tra, checklist QC theo công đoạn, lưu hồ sơ kiểm tra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47872" y="397764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47872" y="397764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069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Cải tiến liên tục (CAPA)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03320" y="43251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3"/>
                </a:solidFill>
              </a:rPr>
              <a:t>Hành động khắc phục, phòng ngừa; theo dõi hiệu lực và đóng CAPA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LỘ TRÌNH TRIỂN KHAI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832104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2176272"/>
            <a:ext cx="274320" cy="27432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97280"/>
            <a:ext cx="2011680" cy="292608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Phân tích &amp; Thiết kế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542032"/>
            <a:ext cx="2011680" cy="54864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Khảo sát quy trình nghiệp vụ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Thiết kế hệ thống, cơ sở dữ liệu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Phê duyệt giải pháp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2176272"/>
            <a:ext cx="274320" cy="27432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1097280"/>
            <a:ext cx="2011680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2–4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23744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Triển khai &amp; Cấu hình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23744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23744" y="2542032"/>
            <a:ext cx="201168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Cài đặt hạ tầng, phần mềm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Cấu hình theo đặc thù DN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Migrate dữ liệu cũ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13248" y="2176272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097280"/>
            <a:ext cx="2011680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4–5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0016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Đào tạo &amp; UAT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2542032"/>
            <a:ext cx="201168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Đào tạo người dùng cuối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Kiểm thử chấp nhận (UAT)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Chạy song song thực tế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217627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76288" y="1097280"/>
            <a:ext cx="201168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5+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Go-Live &amp; Hỗ trợ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76288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76288" y="2542032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Chính thức vận hành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Hỗ trợ 24/7 giai đoạn đầu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Tối ưu liên tục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TẠI SAO CHỌN VIETBIZ?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78892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88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52"/>
                </a:solidFill>
              </a:rPr>
              <a:t>500+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93192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Doanh nghiệp tin dùng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0482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Đa ngành: sản xuất, thương mại, dịch vụ, bán lẻ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8892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88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52"/>
                </a:solidFill>
              </a:rPr>
              <a:t>10+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Năm kinh nghiệm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0482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Đội ngũ chuyên gia triển khai dày dạn kinh nghiệm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1097280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097280"/>
            <a:ext cx="278892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188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52"/>
                </a:solidFill>
              </a:rPr>
              <a:t>99.9%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81928" y="1755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Uptime đảm bảo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20482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Hạ tầng cloud tier-1, sao lưu dữ liệu liên tục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017520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17520"/>
            <a:ext cx="278892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52"/>
                </a:solidFill>
              </a:rPr>
              <a:t>24/7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93192" y="3675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Hỗ trợ kỹ thuật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396849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Hotline, ticket, remote support không giới hạn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8892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52"/>
                </a:solidFill>
              </a:rPr>
              <a:t>100%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337560" y="3675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Tuân thủ pháp luật VN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96849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Cập nhật nghị định thuế, BHXH, kế toán kịp thời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3017520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3017520"/>
            <a:ext cx="278892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108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52"/>
                </a:solidFill>
              </a:rPr>
              <a:t>&lt;30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281928" y="36758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Ngày go-live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396849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E62"/>
                </a:solidFill>
              </a:rPr>
              <a:t>Triển khai nhanh với phương pháp agile deployment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E7D5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4CAF7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VIETBIZ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HÀNH TRÌNH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 NGAY HÔM NAY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0040" y="2395728"/>
            <a:ext cx="320040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42032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📞  Hotline:  1900 xxxx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✉️   Email:   info@vietbiz.vn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🌐  Website: www.vietbiz.vn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📍  Địa chỉ: TP. Hồ Chí Minh | Hà Nội | Đà Nẵng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370832"/>
            <a:ext cx="29260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3708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ĐĂNG KÝ TƯ VẤN MIỄN PHÍ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AA8A"/>
                </a:solidFill>
              </a:rPr>
              <a:t>Cảm ơn quý doanh nghiệp đã lắng nghe!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2E7D5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4CAF7D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840480" cy="3840480"/>
          </a:xfrm>
          <a:prstGeom prst="ellipse">
            <a:avLst/>
          </a:prstGeom>
          <a:solidFill>
            <a:srgbClr val="2E7D52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4114800"/>
            <a:ext cx="2286000" cy="2286000"/>
          </a:xfrm>
          <a:prstGeom prst="ellipse">
            <a:avLst/>
          </a:prstGeom>
          <a:solidFill>
            <a:srgbClr val="4CAF7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84048"/>
            <a:ext cx="182880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84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VIETBIZ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vị đã dành thời gian lắng nghe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411480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16352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sẵn sàng đồng hành cùng doanh nghiệp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hành trình chuyển đổi số toàn diện.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30752"/>
            <a:ext cx="29260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7307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LIÊN HỆ TƯ VẤN NGAY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651760"/>
            <a:ext cx="2971800" cy="2212848"/>
          </a:xfrm>
          <a:prstGeom prst="rect">
            <a:avLst/>
          </a:prstGeom>
          <a:solidFill>
            <a:srgbClr val="2E7D5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651760"/>
            <a:ext cx="297180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816352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📞  1900 xxxx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✉️   info@vietbiz.vn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🌐  www.vietbiz.vn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8A6A"/>
                </a:solidFill>
              </a:rPr>
              <a:t>www.vietbiz.vn  |  Bản quyền thuộc Vietbiz ©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Giải Pháp Chuyển Đổi Số - Vietbiz</dc:title>
  <dc:subject>PptxGenJS Presentation</dc:subject>
  <dc:creator>Vietbiz</dc:creator>
  <cp:lastModifiedBy>Vietbiz</cp:lastModifiedBy>
  <cp:revision>1</cp:revision>
  <dcterms:created xsi:type="dcterms:W3CDTF">2026-05-12T01:08:56Z</dcterms:created>
  <dcterms:modified xsi:type="dcterms:W3CDTF">2026-05-12T01:08:56Z</dcterms:modified>
</cp:coreProperties>
</file>